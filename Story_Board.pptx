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mbria Math" panose="02040503050406030204" pitchFamily="18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Open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400" autoAdjust="0"/>
  </p:normalViewPr>
  <p:slideViewPr>
    <p:cSldViewPr snapToGrid="0" snapToObjects="1">
      <p:cViewPr varScale="1">
        <p:scale>
          <a:sx n="71" d="100"/>
          <a:sy n="7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099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458998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Website Design: User Journey</a:t>
            </a:r>
            <a:endParaRPr lang="en-US" sz="61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75559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outlines the user flow for our investigation platform.</a:t>
            </a:r>
            <a:endParaRPr lang="en-US" sz="17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3983"/>
          <a:stretch/>
        </p:blipFill>
        <p:spPr>
          <a:xfrm>
            <a:off x="-29872" y="-37818"/>
            <a:ext cx="6192071" cy="82674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637213" y="7705618"/>
            <a:ext cx="1900720" cy="452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2506"/>
            <a:ext cx="77550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Homepage: Welcome and Access</a:t>
            </a:r>
            <a:endParaRPr lang="en-US" sz="4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4913"/>
            <a:ext cx="6351270" cy="39253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73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Vision and Logo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864191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Prominent display on the homepage.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2164913"/>
            <a:ext cx="6351389" cy="39253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221" y="6373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Case File Access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85221" y="6864191"/>
            <a:ext cx="63513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Button leads to the case file directory.</a:t>
            </a:r>
            <a:endParaRPr lang="en-US" sz="1750" dirty="0"/>
          </a:p>
        </p:txBody>
      </p:sp>
      <p:sp>
        <p:nvSpPr>
          <p:cNvPr id="9" name="Rectangle 8"/>
          <p:cNvSpPr/>
          <p:nvPr/>
        </p:nvSpPr>
        <p:spPr>
          <a:xfrm>
            <a:off x="12637213" y="7705618"/>
            <a:ext cx="1900720" cy="452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25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Role Selection</a:t>
            </a:r>
            <a:endParaRPr lang="en-US" sz="4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4913"/>
            <a:ext cx="6351270" cy="39253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73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Role Choice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864191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investigator or auditor role.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2164913"/>
            <a:ext cx="6351389" cy="39253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221" y="6373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Back Button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85221" y="6864191"/>
            <a:ext cx="63513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to homepage for role change.</a:t>
            </a:r>
            <a:endParaRPr lang="en-US" sz="1750" dirty="0"/>
          </a:p>
        </p:txBody>
      </p:sp>
      <p:sp>
        <p:nvSpPr>
          <p:cNvPr id="9" name="Rectangle 8"/>
          <p:cNvSpPr/>
          <p:nvPr/>
        </p:nvSpPr>
        <p:spPr>
          <a:xfrm>
            <a:off x="12637213" y="7705618"/>
            <a:ext cx="1900720" cy="452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Login or Sign Up</a:t>
            </a:r>
            <a:endParaRPr lang="en-US" sz="4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Account Check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accounts are recognized.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Login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268022" y="444924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credentials are entered.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Sign Up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268022" y="6263759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users create an account.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510" y="1785715"/>
            <a:ext cx="8519512" cy="527263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637213" y="7705618"/>
            <a:ext cx="1900720" cy="452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25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Investigator Dashboard</a:t>
            </a:r>
            <a:endParaRPr lang="en-US" sz="4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4913"/>
            <a:ext cx="6351270" cy="39253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73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Case Listing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864191"/>
            <a:ext cx="6351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Investigator access to case files.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2164913"/>
            <a:ext cx="6351389" cy="39253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221" y="6373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Report Access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85221" y="6864191"/>
            <a:ext cx="63513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Auditors view case reports.</a:t>
            </a:r>
            <a:endParaRPr lang="en-US" sz="1750" dirty="0"/>
          </a:p>
        </p:txBody>
      </p:sp>
      <p:sp>
        <p:nvSpPr>
          <p:cNvPr id="9" name="Rectangle 8"/>
          <p:cNvSpPr/>
          <p:nvPr/>
        </p:nvSpPr>
        <p:spPr>
          <a:xfrm>
            <a:off x="12637213" y="7705618"/>
            <a:ext cx="1900720" cy="452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8264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rimson Pro Bold" pitchFamily="34" charset="-120"/>
              </a:rPr>
              <a:t>Legal Expert Access</a:t>
            </a:r>
            <a:endParaRPr lang="en-US" sz="4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8753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Legal experts review cases for compliance.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12637213" y="7705618"/>
            <a:ext cx="1900720" cy="452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48" t="14777" r="-148" b="33446"/>
          <a:stretch/>
        </p:blipFill>
        <p:spPr>
          <a:xfrm>
            <a:off x="0" y="0"/>
            <a:ext cx="14630400" cy="4679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667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Session End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1571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6095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Close Button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099923"/>
            <a:ext cx="45224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exits current session.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421" y="3815715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56421" y="46095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Google Account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656421" y="5099923"/>
            <a:ext cx="4522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returns to their main account.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137</Words>
  <Application>Microsoft Office PowerPoint</Application>
  <PresentationFormat>Custom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Crimson Pro Bold</vt:lpstr>
      <vt:lpstr>Cambria Math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Turab Hashmi</cp:lastModifiedBy>
  <cp:revision>5</cp:revision>
  <dcterms:created xsi:type="dcterms:W3CDTF">2024-11-11T13:10:02Z</dcterms:created>
  <dcterms:modified xsi:type="dcterms:W3CDTF">2024-11-11T13:32:45Z</dcterms:modified>
</cp:coreProperties>
</file>